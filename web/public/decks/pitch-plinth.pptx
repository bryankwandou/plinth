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Plinth is a skill for Claude that builds pitch decks and talks. You give it your notes, it gives back a deck with one claim per slide and a lint score for the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have seen this slide. Topic label as the title, four buzzwords as bullets. Generated decks drift toward it because it is the average of every deck online.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Presence of a deck is universal, so it is not the differentiator. The argument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steps. The spine is the part people skip, and it is the part that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content, rewritten with the rules. The linter runs in the terminal and on the website, using the same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plain files. No server, no account. It runs anywhere Claude Code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honest here. No users yet. The next number on this slide will be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is the ask. Run it on a real deck, tell us what it missed.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524000" y="1803654"/>
            <a:ext cx="9144000" cy="2668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Plinth turns a founder's notes into a deck judges finish watching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1524000" y="4567428"/>
            <a:ext cx="9144000" cy="391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Claude skill for pitch decks and talks · Bryan Kwandou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609600"/>
            <a:ext cx="1097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09600" y="914400"/>
            <a:ext cx="6236208" cy="1886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AI-made decks look like every other AI-made deck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09600" y="4003929"/>
            <a:ext cx="6305550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title, four bullets of equal length, an icon in a circle, a purple gradient. Judges see that pattern dozens of times a day and stop reading.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143750" y="3708940"/>
            <a:ext cx="4438650" cy="1612583"/>
          </a:xfrm>
          <a:prstGeom prst="roundRect">
            <a:avLst>
              <a:gd name="adj" fmla="val 6804"/>
            </a:avLst>
          </a:prstGeom>
          <a:solidFill>
            <a:srgbClr val="F1F0EA"/>
          </a:solidFill>
          <a:ln w="9525">
            <a:solidFill>
              <a:srgbClr val="E4E3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53300" y="3918490"/>
            <a:ext cx="4019550" cy="1193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Problem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 Seamless onboarding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 Unlock liquidity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 Empower users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 Next-gen UX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609600"/>
            <a:ext cx="1097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09600" y="914400"/>
            <a:ext cx="6236208" cy="1886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 eighteen projects wins, and every one sends a pitch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09600" y="3499866"/>
            <a:ext cx="4438650" cy="2030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0" b="1" dirty="0">
                <a:solidFill>
                  <a:srgbClr val="2F5BE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293</a:t>
            </a:r>
            <a:endParaRPr lang="en-US" sz="13500" dirty="0"/>
          </a:p>
        </p:txBody>
      </p:sp>
      <p:sp>
        <p:nvSpPr>
          <p:cNvPr id="6" name="Text 3"/>
          <p:cNvSpPr/>
          <p:nvPr/>
        </p:nvSpPr>
        <p:spPr>
          <a:xfrm>
            <a:off x="5276850" y="4161663"/>
            <a:ext cx="630555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winners out of 5,428 projects. The deck does not get you in; a clear argument inside it does.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09600" y="61150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Colosseum Copilot, pulled 2026-09-25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609600"/>
            <a:ext cx="1097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09600" y="914400"/>
            <a:ext cx="6236208" cy="1283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Headlines first, slides second, lint last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09600" y="2540508"/>
            <a:ext cx="52959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20000"/>
              </a:lnSpc>
              <a:spcAft>
                <a:spcPts val="1300"/>
              </a:spcAft>
              <a:buSzPct val="100000"/>
              <a:buChar char="—"/>
            </a:pPr>
            <a:r>
              <a:rPr lang="en-US" sz="1800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Writes the spine as claims and checks it reads as a case</a:t>
            </a:r>
            <a:endParaRPr lang="en-US" sz="1800" dirty="0"/>
          </a:p>
          <a:p>
            <a:pPr marL="266700" indent="-266700">
              <a:lnSpc>
                <a:spcPct val="120000"/>
              </a:lnSpc>
              <a:spcAft>
                <a:spcPts val="1300"/>
              </a:spcAft>
              <a:buSzPct val="100000"/>
              <a:buChar char="—"/>
            </a:pPr>
            <a:r>
              <a:rPr lang="en-US" sz="1800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Builds one self-contained HTML deck with speaker notes</a:t>
            </a:r>
            <a:endParaRPr lang="en-US" sz="1800" dirty="0"/>
          </a:p>
          <a:p>
            <a:pPr marL="266700" indent="-266700">
              <a:lnSpc>
                <a:spcPct val="120000"/>
              </a:lnSpc>
              <a:spcAft>
                <a:spcPts val="1300"/>
              </a:spcAft>
              <a:buSzPct val="100000"/>
              <a:buChar char="—"/>
            </a:pPr>
            <a:r>
              <a:rPr lang="en-US" sz="1800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Scores the copy for filler, density and unsourced numbers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609600"/>
            <a:ext cx="1097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09600" y="914400"/>
            <a:ext cx="6236208" cy="1886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linter catches the slide from two minutes ago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609600" y="3708940"/>
            <a:ext cx="5372100" cy="1612583"/>
          </a:xfrm>
          <a:prstGeom prst="roundRect">
            <a:avLst>
              <a:gd name="adj" fmla="val 6804"/>
            </a:avLst>
          </a:prstGeom>
          <a:solidFill>
            <a:srgbClr val="F1F0EA"/>
          </a:solidFill>
          <a:ln w="9525">
            <a:solidFill>
              <a:srgbClr val="E4E3D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9150" y="3918490"/>
            <a:ext cx="4953000" cy="1193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node lint-deck.mjs before.txt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slide 1 headline "The Problem" is a topic label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slide 1 voice "Seamless" is filler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slide 1 voice "Unlock" is filler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score 58/100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0300" y="3932396"/>
            <a:ext cx="5372100" cy="1165670"/>
          </a:xfrm>
          <a:prstGeom prst="roundRect">
            <a:avLst>
              <a:gd name="adj" fmla="val 9413"/>
            </a:avLst>
          </a:prstGeom>
          <a:solidFill>
            <a:srgbClr val="F1F0EA"/>
          </a:solidFill>
          <a:ln w="9525">
            <a:solidFill>
              <a:srgbClr val="E4E3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19850" y="4141946"/>
            <a:ext cx="4953000" cy="74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node lint-deck.mjs after.txt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issues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score 100/100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609600"/>
            <a:ext cx="1097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09600" y="914400"/>
            <a:ext cx="6236208" cy="2490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skill file, four references, one template and a zero-dependency linter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609600" y="4234148"/>
            <a:ext cx="10972800" cy="1165670"/>
          </a:xfrm>
          <a:prstGeom prst="roundRect">
            <a:avLst>
              <a:gd name="adj" fmla="val 9413"/>
            </a:avLst>
          </a:prstGeom>
          <a:solidFill>
            <a:srgbClr val="F1F0EA"/>
          </a:solidFill>
          <a:ln w="9525">
            <a:solidFill>
              <a:srgbClr val="E4E3D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9150" y="4443698"/>
            <a:ext cx="10553700" cy="74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SKILL.md → pitch.md | talk.md | review.md + craft.md, voice.md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assets/deck-template.html → your deck (arrows, notes, print to PDF)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516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scripts/lint-core.js → CLI and browser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609600"/>
            <a:ext cx="1097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09600" y="914400"/>
            <a:ext cx="6236208" cy="1283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yet; this is the first public release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09600" y="2426208"/>
            <a:ext cx="502920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will count installs and before-and-after lint scores from the first 50 users.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609600"/>
            <a:ext cx="10972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09600" y="914400"/>
            <a:ext cx="6236208" cy="1886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51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on your next deck and send us the before score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09600" y="3029712"/>
            <a:ext cx="502920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6E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github.com/bryankwandou/plinth · plinthdeck.vercel.app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Plinth pitch</dc:title>
  <dc:subject>PptxGenJS Presentation</dc:subject>
  <dc:creator>PptxGenJS</dc:creator>
  <cp:lastModifiedBy>PptxGenJS</cp:lastModifiedBy>
  <cp:revision>1</cp:revision>
  <dcterms:created xsi:type="dcterms:W3CDTF">2026-09-25T15:40:41Z</dcterms:created>
  <dcterms:modified xsi:type="dcterms:W3CDTF">2026-09-25T15:40:41Z</dcterms:modified>
</cp:coreProperties>
</file>